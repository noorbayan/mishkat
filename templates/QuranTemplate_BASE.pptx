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jliY1KcLmQWACGLGLmVLRPG84U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2026-01-13T20:00:09Z</dcterms:created>
  <dc:creator>hp</dc:creator>
</cp:coreProperties>
</file>